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</p:sldIdLst>
  <p:sldSz cx="12188825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2E2B3-92DF-4EF7-A330-C5EA4B0B6756}" v="33" dt="2026-05-17T17:12:25.713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9" autoAdjust="0"/>
  </p:normalViewPr>
  <p:slideViewPr>
    <p:cSldViewPr>
      <p:cViewPr varScale="1">
        <p:scale>
          <a:sx n="100" d="100"/>
          <a:sy n="100" d="100"/>
        </p:scale>
        <p:origin x="96" y="18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Sampaio" userId="64cdf783-d165-4680-a3f4-7b13f2ca0e05" providerId="ADAL" clId="{CFC9F115-A877-4678-BEC4-0B1C070A7B4E}"/>
    <pc:docChg chg="undo custSel addSld delSld modSld sldOrd">
      <pc:chgData name="Pedro Sampaio" userId="64cdf783-d165-4680-a3f4-7b13f2ca0e05" providerId="ADAL" clId="{CFC9F115-A877-4678-BEC4-0B1C070A7B4E}" dt="2026-05-17T17:13:01.155" v="1290" actId="1076"/>
      <pc:docMkLst>
        <pc:docMk/>
      </pc:docMkLst>
      <pc:sldChg chg="addSp modSp mod">
        <pc:chgData name="Pedro Sampaio" userId="64cdf783-d165-4680-a3f4-7b13f2ca0e05" providerId="ADAL" clId="{CFC9F115-A877-4678-BEC4-0B1C070A7B4E}" dt="2026-05-17T14:41:48.865" v="48" actId="1076"/>
        <pc:sldMkLst>
          <pc:docMk/>
          <pc:sldMk cId="1920111014" sldId="256"/>
        </pc:sldMkLst>
        <pc:spChg chg="add mod">
          <ac:chgData name="Pedro Sampaio" userId="64cdf783-d165-4680-a3f4-7b13f2ca0e05" providerId="ADAL" clId="{CFC9F115-A877-4678-BEC4-0B1C070A7B4E}" dt="2026-05-17T14:41:48.865" v="48" actId="1076"/>
          <ac:spMkLst>
            <pc:docMk/>
            <pc:sldMk cId="1920111014" sldId="256"/>
            <ac:spMk id="4" creationId="{1E9449FD-4940-D53A-12FE-C3C6B1F0DA8B}"/>
          </ac:spMkLst>
        </pc:spChg>
      </pc:sldChg>
      <pc:sldChg chg="addSp modSp mod">
        <pc:chgData name="Pedro Sampaio" userId="64cdf783-d165-4680-a3f4-7b13f2ca0e05" providerId="ADAL" clId="{CFC9F115-A877-4678-BEC4-0B1C070A7B4E}" dt="2026-05-17T14:45:10.434" v="213" actId="20577"/>
        <pc:sldMkLst>
          <pc:docMk/>
          <pc:sldMk cId="2128536031" sldId="257"/>
        </pc:sldMkLst>
        <pc:spChg chg="add mod">
          <ac:chgData name="Pedro Sampaio" userId="64cdf783-d165-4680-a3f4-7b13f2ca0e05" providerId="ADAL" clId="{CFC9F115-A877-4678-BEC4-0B1C070A7B4E}" dt="2026-05-17T14:41:20.131" v="15" actId="767"/>
          <ac:spMkLst>
            <pc:docMk/>
            <pc:sldMk cId="2128536031" sldId="257"/>
            <ac:spMk id="2" creationId="{EFA389FA-8384-8C28-4664-779089116D8A}"/>
          </ac:spMkLst>
        </pc:spChg>
        <pc:spChg chg="mod">
          <ac:chgData name="Pedro Sampaio" userId="64cdf783-d165-4680-a3f4-7b13f2ca0e05" providerId="ADAL" clId="{CFC9F115-A877-4678-BEC4-0B1C070A7B4E}" dt="2026-05-17T14:43:04.909" v="59" actId="20577"/>
          <ac:spMkLst>
            <pc:docMk/>
            <pc:sldMk cId="2128536031" sldId="257"/>
            <ac:spMk id="13" creationId="{00000000-0000-0000-0000-000000000000}"/>
          </ac:spMkLst>
        </pc:spChg>
        <pc:spChg chg="mod">
          <ac:chgData name="Pedro Sampaio" userId="64cdf783-d165-4680-a3f4-7b13f2ca0e05" providerId="ADAL" clId="{CFC9F115-A877-4678-BEC4-0B1C070A7B4E}" dt="2026-05-17T14:45:10.434" v="213" actId="20577"/>
          <ac:spMkLst>
            <pc:docMk/>
            <pc:sldMk cId="2128536031" sldId="257"/>
            <ac:spMk id="14" creationId="{00000000-0000-0000-0000-000000000000}"/>
          </ac:spMkLst>
        </pc:spChg>
      </pc:sldChg>
      <pc:sldChg chg="addSp delSp modSp new mod ord">
        <pc:chgData name="Pedro Sampaio" userId="64cdf783-d165-4680-a3f4-7b13f2ca0e05" providerId="ADAL" clId="{CFC9F115-A877-4678-BEC4-0B1C070A7B4E}" dt="2026-05-17T17:11:49.235" v="1267" actId="1076"/>
        <pc:sldMkLst>
          <pc:docMk/>
          <pc:sldMk cId="3416711208" sldId="258"/>
        </pc:sldMkLst>
        <pc:spChg chg="mod">
          <ac:chgData name="Pedro Sampaio" userId="64cdf783-d165-4680-a3f4-7b13f2ca0e05" providerId="ADAL" clId="{CFC9F115-A877-4678-BEC4-0B1C070A7B4E}" dt="2026-05-17T14:58:49.803" v="489" actId="1076"/>
          <ac:spMkLst>
            <pc:docMk/>
            <pc:sldMk cId="3416711208" sldId="258"/>
            <ac:spMk id="2" creationId="{1BAF24EA-1C49-894E-0AD6-18610B9694FA}"/>
          </ac:spMkLst>
        </pc:spChg>
        <pc:spChg chg="del mod">
          <ac:chgData name="Pedro Sampaio" userId="64cdf783-d165-4680-a3f4-7b13f2ca0e05" providerId="ADAL" clId="{CFC9F115-A877-4678-BEC4-0B1C070A7B4E}" dt="2026-05-17T14:48:01.072" v="218" actId="478"/>
          <ac:spMkLst>
            <pc:docMk/>
            <pc:sldMk cId="3416711208" sldId="258"/>
            <ac:spMk id="3" creationId="{137764BC-7652-EEF2-DF16-A40018056EF2}"/>
          </ac:spMkLst>
        </pc:spChg>
        <pc:spChg chg="add mod">
          <ac:chgData name="Pedro Sampaio" userId="64cdf783-d165-4680-a3f4-7b13f2ca0e05" providerId="ADAL" clId="{CFC9F115-A877-4678-BEC4-0B1C070A7B4E}" dt="2026-05-17T14:50:35.421" v="356" actId="20577"/>
          <ac:spMkLst>
            <pc:docMk/>
            <pc:sldMk cId="3416711208" sldId="258"/>
            <ac:spMk id="8" creationId="{20C2CC18-A7B6-7A06-12EE-56FCD270E290}"/>
          </ac:spMkLst>
        </pc:spChg>
        <pc:spChg chg="add del mod">
          <ac:chgData name="Pedro Sampaio" userId="64cdf783-d165-4680-a3f4-7b13f2ca0e05" providerId="ADAL" clId="{CFC9F115-A877-4678-BEC4-0B1C070A7B4E}" dt="2026-05-17T14:51:46.022" v="388"/>
          <ac:spMkLst>
            <pc:docMk/>
            <pc:sldMk cId="3416711208" sldId="258"/>
            <ac:spMk id="10" creationId="{7362A89A-53D7-FDC2-FD4A-C94A00E22544}"/>
          </ac:spMkLst>
        </pc:spChg>
        <pc:spChg chg="add mod">
          <ac:chgData name="Pedro Sampaio" userId="64cdf783-d165-4680-a3f4-7b13f2ca0e05" providerId="ADAL" clId="{CFC9F115-A877-4678-BEC4-0B1C070A7B4E}" dt="2026-05-17T17:11:49.235" v="1267" actId="1076"/>
          <ac:spMkLst>
            <pc:docMk/>
            <pc:sldMk cId="3416711208" sldId="258"/>
            <ac:spMk id="16" creationId="{BE8743BC-2AC5-DAFC-72A6-457CF516FC28}"/>
          </ac:spMkLst>
        </pc:spChg>
        <pc:spChg chg="add mod">
          <ac:chgData name="Pedro Sampaio" userId="64cdf783-d165-4680-a3f4-7b13f2ca0e05" providerId="ADAL" clId="{CFC9F115-A877-4678-BEC4-0B1C070A7B4E}" dt="2026-05-17T14:55:44.636" v="466" actId="1076"/>
          <ac:spMkLst>
            <pc:docMk/>
            <pc:sldMk cId="3416711208" sldId="258"/>
            <ac:spMk id="21" creationId="{A37AAAF4-3642-E404-E24F-C536CE67ED3F}"/>
          </ac:spMkLst>
        </pc:spChg>
        <pc:spChg chg="add mod">
          <ac:chgData name="Pedro Sampaio" userId="64cdf783-d165-4680-a3f4-7b13f2ca0e05" providerId="ADAL" clId="{CFC9F115-A877-4678-BEC4-0B1C070A7B4E}" dt="2026-05-17T14:55:44.636" v="466" actId="1076"/>
          <ac:spMkLst>
            <pc:docMk/>
            <pc:sldMk cId="3416711208" sldId="258"/>
            <ac:spMk id="22" creationId="{A85BAFA0-75CD-29D8-7C55-3C1D799E8A1A}"/>
          </ac:spMkLst>
        </pc:spChg>
        <pc:picChg chg="add mod">
          <ac:chgData name="Pedro Sampaio" userId="64cdf783-d165-4680-a3f4-7b13f2ca0e05" providerId="ADAL" clId="{CFC9F115-A877-4678-BEC4-0B1C070A7B4E}" dt="2026-05-17T17:11:37.113" v="1263"/>
          <ac:picMkLst>
            <pc:docMk/>
            <pc:sldMk cId="3416711208" sldId="258"/>
            <ac:picMk id="3" creationId="{DD4816E9-6F67-EE98-A9E4-A3D51F8D56EC}"/>
          </ac:picMkLst>
        </pc:picChg>
        <pc:picChg chg="add del mod">
          <ac:chgData name="Pedro Sampaio" userId="64cdf783-d165-4680-a3f4-7b13f2ca0e05" providerId="ADAL" clId="{CFC9F115-A877-4678-BEC4-0B1C070A7B4E}" dt="2026-05-17T14:48:27.002" v="236" actId="478"/>
          <ac:picMkLst>
            <pc:docMk/>
            <pc:sldMk cId="3416711208" sldId="258"/>
            <ac:picMk id="5" creationId="{79BA2335-0876-A63A-5814-1E73B8EC2F1F}"/>
          </ac:picMkLst>
        </pc:picChg>
        <pc:picChg chg="add del mod">
          <ac:chgData name="Pedro Sampaio" userId="64cdf783-d165-4680-a3f4-7b13f2ca0e05" providerId="ADAL" clId="{CFC9F115-A877-4678-BEC4-0B1C070A7B4E}" dt="2026-05-17T14:49:51.160" v="256" actId="478"/>
          <ac:picMkLst>
            <pc:docMk/>
            <pc:sldMk cId="3416711208" sldId="258"/>
            <ac:picMk id="7" creationId="{F3748A16-C882-5FDA-7D50-9D341EF199B5}"/>
          </ac:picMkLst>
        </pc:picChg>
        <pc:picChg chg="add mod">
          <ac:chgData name="Pedro Sampaio" userId="64cdf783-d165-4680-a3f4-7b13f2ca0e05" providerId="ADAL" clId="{CFC9F115-A877-4678-BEC4-0B1C070A7B4E}" dt="2026-05-17T14:55:44.636" v="466" actId="1076"/>
          <ac:picMkLst>
            <pc:docMk/>
            <pc:sldMk cId="3416711208" sldId="258"/>
            <ac:picMk id="9" creationId="{E3EEB401-497F-9770-5C0F-6C519E4E4B7A}"/>
          </ac:picMkLst>
        </pc:picChg>
        <pc:picChg chg="add mod">
          <ac:chgData name="Pedro Sampaio" userId="64cdf783-d165-4680-a3f4-7b13f2ca0e05" providerId="ADAL" clId="{CFC9F115-A877-4678-BEC4-0B1C070A7B4E}" dt="2026-05-17T14:51:46.020" v="386"/>
          <ac:picMkLst>
            <pc:docMk/>
            <pc:sldMk cId="3416711208" sldId="258"/>
            <ac:picMk id="11" creationId="{5EF31D44-680F-B5DE-01BB-A11B367A3E49}"/>
          </ac:picMkLst>
        </pc:picChg>
        <pc:picChg chg="add del">
          <ac:chgData name="Pedro Sampaio" userId="64cdf783-d165-4680-a3f4-7b13f2ca0e05" providerId="ADAL" clId="{CFC9F115-A877-4678-BEC4-0B1C070A7B4E}" dt="2026-05-17T14:51:44.336" v="383" actId="22"/>
          <ac:picMkLst>
            <pc:docMk/>
            <pc:sldMk cId="3416711208" sldId="258"/>
            <ac:picMk id="12" creationId="{C531552D-F2F2-5FAC-B0EF-B48B431D4CBE}"/>
          </ac:picMkLst>
        </pc:picChg>
        <pc:picChg chg="add del">
          <ac:chgData name="Pedro Sampaio" userId="64cdf783-d165-4680-a3f4-7b13f2ca0e05" providerId="ADAL" clId="{CFC9F115-A877-4678-BEC4-0B1C070A7B4E}" dt="2026-05-17T14:51:44.087" v="382" actId="22"/>
          <ac:picMkLst>
            <pc:docMk/>
            <pc:sldMk cId="3416711208" sldId="258"/>
            <ac:picMk id="13" creationId="{7E8283D0-A0D3-9839-1D88-32DC51C35ABE}"/>
          </ac:picMkLst>
        </pc:picChg>
        <pc:picChg chg="add del">
          <ac:chgData name="Pedro Sampaio" userId="64cdf783-d165-4680-a3f4-7b13f2ca0e05" providerId="ADAL" clId="{CFC9F115-A877-4678-BEC4-0B1C070A7B4E}" dt="2026-05-17T14:51:43.879" v="381" actId="22"/>
          <ac:picMkLst>
            <pc:docMk/>
            <pc:sldMk cId="3416711208" sldId="258"/>
            <ac:picMk id="14" creationId="{32DB5F49-10D9-28FF-9A83-100D28C911CD}"/>
          </ac:picMkLst>
        </pc:picChg>
        <pc:picChg chg="add del">
          <ac:chgData name="Pedro Sampaio" userId="64cdf783-d165-4680-a3f4-7b13f2ca0e05" providerId="ADAL" clId="{CFC9F115-A877-4678-BEC4-0B1C070A7B4E}" dt="2026-05-17T14:51:43.585" v="380" actId="22"/>
          <ac:picMkLst>
            <pc:docMk/>
            <pc:sldMk cId="3416711208" sldId="258"/>
            <ac:picMk id="15" creationId="{8330598E-90BD-6E09-E082-2312219D6568}"/>
          </ac:picMkLst>
        </pc:picChg>
        <pc:picChg chg="add mod">
          <ac:chgData name="Pedro Sampaio" userId="64cdf783-d165-4680-a3f4-7b13f2ca0e05" providerId="ADAL" clId="{CFC9F115-A877-4678-BEC4-0B1C070A7B4E}" dt="2026-05-17T14:52:39.322" v="402"/>
          <ac:picMkLst>
            <pc:docMk/>
            <pc:sldMk cId="3416711208" sldId="258"/>
            <ac:picMk id="17" creationId="{EE290BC8-3B58-F854-8CED-92DB411F27A8}"/>
          </ac:picMkLst>
        </pc:picChg>
        <pc:picChg chg="add del mod">
          <ac:chgData name="Pedro Sampaio" userId="64cdf783-d165-4680-a3f4-7b13f2ca0e05" providerId="ADAL" clId="{CFC9F115-A877-4678-BEC4-0B1C070A7B4E}" dt="2026-05-17T14:55:44.636" v="466" actId="1076"/>
          <ac:picMkLst>
            <pc:docMk/>
            <pc:sldMk cId="3416711208" sldId="258"/>
            <ac:picMk id="18" creationId="{AB782E31-263C-CF99-D04A-C3365FEFAB29}"/>
          </ac:picMkLst>
        </pc:picChg>
        <pc:picChg chg="add del mod">
          <ac:chgData name="Pedro Sampaio" userId="64cdf783-d165-4680-a3f4-7b13f2ca0e05" providerId="ADAL" clId="{CFC9F115-A877-4678-BEC4-0B1C070A7B4E}" dt="2026-05-17T14:54:07.413" v="425" actId="22"/>
          <ac:picMkLst>
            <pc:docMk/>
            <pc:sldMk cId="3416711208" sldId="258"/>
            <ac:picMk id="20" creationId="{3D7D610F-DB3D-9337-9255-C5BC7DC5AEB8}"/>
          </ac:picMkLst>
        </pc:picChg>
      </pc:sldChg>
      <pc:sldChg chg="addSp delSp modSp new mod">
        <pc:chgData name="Pedro Sampaio" userId="64cdf783-d165-4680-a3f4-7b13f2ca0e05" providerId="ADAL" clId="{CFC9F115-A877-4678-BEC4-0B1C070A7B4E}" dt="2026-05-17T15:10:16.362" v="751" actId="1076"/>
        <pc:sldMkLst>
          <pc:docMk/>
          <pc:sldMk cId="3587106993" sldId="259"/>
        </pc:sldMkLst>
        <pc:spChg chg="mod">
          <ac:chgData name="Pedro Sampaio" userId="64cdf783-d165-4680-a3f4-7b13f2ca0e05" providerId="ADAL" clId="{CFC9F115-A877-4678-BEC4-0B1C070A7B4E}" dt="2026-05-17T14:57:06.051" v="488" actId="20577"/>
          <ac:spMkLst>
            <pc:docMk/>
            <pc:sldMk cId="3587106993" sldId="259"/>
            <ac:spMk id="2" creationId="{694FB62B-DC42-AF42-2F7D-76A2DB0D2DC2}"/>
          </ac:spMkLst>
        </pc:spChg>
        <pc:spChg chg="del">
          <ac:chgData name="Pedro Sampaio" userId="64cdf783-d165-4680-a3f4-7b13f2ca0e05" providerId="ADAL" clId="{CFC9F115-A877-4678-BEC4-0B1C070A7B4E}" dt="2026-05-17T14:59:51.110" v="495" actId="22"/>
          <ac:spMkLst>
            <pc:docMk/>
            <pc:sldMk cId="3587106993" sldId="259"/>
            <ac:spMk id="3" creationId="{49E3A8E8-63A1-6C5F-8F5B-9CF9D106903E}"/>
          </ac:spMkLst>
        </pc:spChg>
        <pc:spChg chg="add del">
          <ac:chgData name="Pedro Sampaio" userId="64cdf783-d165-4680-a3f4-7b13f2ca0e05" providerId="ADAL" clId="{CFC9F115-A877-4678-BEC4-0B1C070A7B4E}" dt="2026-05-17T15:08:50.727" v="733" actId="478"/>
          <ac:spMkLst>
            <pc:docMk/>
            <pc:sldMk cId="3587106993" sldId="259"/>
            <ac:spMk id="5" creationId="{0F359AC3-B194-3988-DBC3-8BCF40F3E080}"/>
          </ac:spMkLst>
        </pc:spChg>
        <pc:spChg chg="add del mod">
          <ac:chgData name="Pedro Sampaio" userId="64cdf783-d165-4680-a3f4-7b13f2ca0e05" providerId="ADAL" clId="{CFC9F115-A877-4678-BEC4-0B1C070A7B4E}" dt="2026-05-17T15:03:20.318" v="699" actId="478"/>
          <ac:spMkLst>
            <pc:docMk/>
            <pc:sldMk cId="3587106993" sldId="259"/>
            <ac:spMk id="7" creationId="{93B6DB18-C3EF-E200-2506-984F0F1D35DA}"/>
          </ac:spMkLst>
        </pc:spChg>
        <pc:spChg chg="add del mod">
          <ac:chgData name="Pedro Sampaio" userId="64cdf783-d165-4680-a3f4-7b13f2ca0e05" providerId="ADAL" clId="{CFC9F115-A877-4678-BEC4-0B1C070A7B4E}" dt="2026-05-17T15:09:24.086" v="740" actId="478"/>
          <ac:spMkLst>
            <pc:docMk/>
            <pc:sldMk cId="3587106993" sldId="259"/>
            <ac:spMk id="10" creationId="{E13E68B3-D7AB-E3C5-D599-9EF1131109A1}"/>
          </ac:spMkLst>
        </pc:spChg>
        <pc:spChg chg="add del mod">
          <ac:chgData name="Pedro Sampaio" userId="64cdf783-d165-4680-a3f4-7b13f2ca0e05" providerId="ADAL" clId="{CFC9F115-A877-4678-BEC4-0B1C070A7B4E}" dt="2026-05-17T15:06:30.081" v="714" actId="478"/>
          <ac:spMkLst>
            <pc:docMk/>
            <pc:sldMk cId="3587106993" sldId="259"/>
            <ac:spMk id="14" creationId="{AC033D1C-B0A5-29D3-A687-23AB086391C8}"/>
          </ac:spMkLst>
        </pc:spChg>
        <pc:spChg chg="add del mod">
          <ac:chgData name="Pedro Sampaio" userId="64cdf783-d165-4680-a3f4-7b13f2ca0e05" providerId="ADAL" clId="{CFC9F115-A877-4678-BEC4-0B1C070A7B4E}" dt="2026-05-17T15:06:38.793" v="720" actId="478"/>
          <ac:spMkLst>
            <pc:docMk/>
            <pc:sldMk cId="3587106993" sldId="259"/>
            <ac:spMk id="16" creationId="{F24A90CF-7083-2C8D-A49E-55DBCEB1941E}"/>
          </ac:spMkLst>
        </pc:spChg>
        <pc:picChg chg="add del mod ord">
          <ac:chgData name="Pedro Sampaio" userId="64cdf783-d165-4680-a3f4-7b13f2ca0e05" providerId="ADAL" clId="{CFC9F115-A877-4678-BEC4-0B1C070A7B4E}" dt="2026-05-17T15:06:32.278" v="716" actId="478"/>
          <ac:picMkLst>
            <pc:docMk/>
            <pc:sldMk cId="3587106993" sldId="259"/>
            <ac:picMk id="9" creationId="{4430A54D-349A-1C55-5ABC-0B6BB61F05E6}"/>
          </ac:picMkLst>
        </pc:picChg>
        <pc:picChg chg="add del mod">
          <ac:chgData name="Pedro Sampaio" userId="64cdf783-d165-4680-a3f4-7b13f2ca0e05" providerId="ADAL" clId="{CFC9F115-A877-4678-BEC4-0B1C070A7B4E}" dt="2026-05-17T15:06:30.734" v="715" actId="931"/>
          <ac:picMkLst>
            <pc:docMk/>
            <pc:sldMk cId="3587106993" sldId="259"/>
            <ac:picMk id="12" creationId="{295DCA3C-F008-C916-8F3D-50B6BC805620}"/>
          </ac:picMkLst>
        </pc:picChg>
        <pc:picChg chg="add mod">
          <ac:chgData name="Pedro Sampaio" userId="64cdf783-d165-4680-a3f4-7b13f2ca0e05" providerId="ADAL" clId="{CFC9F115-A877-4678-BEC4-0B1C070A7B4E}" dt="2026-05-17T15:10:16.362" v="751" actId="1076"/>
          <ac:picMkLst>
            <pc:docMk/>
            <pc:sldMk cId="3587106993" sldId="259"/>
            <ac:picMk id="18" creationId="{A91538FC-063E-6BBA-FDA0-53813EBBF681}"/>
          </ac:picMkLst>
        </pc:picChg>
        <pc:picChg chg="add mod">
          <ac:chgData name="Pedro Sampaio" userId="64cdf783-d165-4680-a3f4-7b13f2ca0e05" providerId="ADAL" clId="{CFC9F115-A877-4678-BEC4-0B1C070A7B4E}" dt="2026-05-17T15:09:40.969" v="746" actId="1076"/>
          <ac:picMkLst>
            <pc:docMk/>
            <pc:sldMk cId="3587106993" sldId="259"/>
            <ac:picMk id="19" creationId="{D5E868CD-0F73-5855-FFA2-0791720AAFA1}"/>
          </ac:picMkLst>
        </pc:picChg>
        <pc:picChg chg="add mod">
          <ac:chgData name="Pedro Sampaio" userId="64cdf783-d165-4680-a3f4-7b13f2ca0e05" providerId="ADAL" clId="{CFC9F115-A877-4678-BEC4-0B1C070A7B4E}" dt="2026-05-17T15:10:09.802" v="750" actId="1076"/>
          <ac:picMkLst>
            <pc:docMk/>
            <pc:sldMk cId="3587106993" sldId="259"/>
            <ac:picMk id="20" creationId="{BEE2231B-27DF-9C3F-20EA-44BBEB27ACD0}"/>
          </ac:picMkLst>
        </pc:picChg>
      </pc:sldChg>
      <pc:sldChg chg="addSp delSp modSp new mod modClrScheme chgLayout">
        <pc:chgData name="Pedro Sampaio" userId="64cdf783-d165-4680-a3f4-7b13f2ca0e05" providerId="ADAL" clId="{CFC9F115-A877-4678-BEC4-0B1C070A7B4E}" dt="2026-05-17T17:03:40.108" v="1017" actId="1076"/>
        <pc:sldMkLst>
          <pc:docMk/>
          <pc:sldMk cId="4187925756" sldId="260"/>
        </pc:sldMkLst>
        <pc:spChg chg="mod">
          <ac:chgData name="Pedro Sampaio" userId="64cdf783-d165-4680-a3f4-7b13f2ca0e05" providerId="ADAL" clId="{CFC9F115-A877-4678-BEC4-0B1C070A7B4E}" dt="2026-05-17T17:03:22.703" v="1015" actId="26606"/>
          <ac:spMkLst>
            <pc:docMk/>
            <pc:sldMk cId="4187925756" sldId="260"/>
            <ac:spMk id="2" creationId="{4B2DDA6B-D465-3691-1625-78EAD08E8A13}"/>
          </ac:spMkLst>
        </pc:spChg>
        <pc:spChg chg="del">
          <ac:chgData name="Pedro Sampaio" userId="64cdf783-d165-4680-a3f4-7b13f2ca0e05" providerId="ADAL" clId="{CFC9F115-A877-4678-BEC4-0B1C070A7B4E}" dt="2026-05-17T16:56:40.309" v="840" actId="478"/>
          <ac:spMkLst>
            <pc:docMk/>
            <pc:sldMk cId="4187925756" sldId="260"/>
            <ac:spMk id="3" creationId="{A92C1C0C-1B5D-17A2-9E02-562FBEF186BF}"/>
          </ac:spMkLst>
        </pc:spChg>
        <pc:spChg chg="add mod">
          <ac:chgData name="Pedro Sampaio" userId="64cdf783-d165-4680-a3f4-7b13f2ca0e05" providerId="ADAL" clId="{CFC9F115-A877-4678-BEC4-0B1C070A7B4E}" dt="2026-05-17T17:03:22.703" v="1015" actId="26606"/>
          <ac:spMkLst>
            <pc:docMk/>
            <pc:sldMk cId="4187925756" sldId="260"/>
            <ac:spMk id="4" creationId="{4EE4F6A1-5113-F624-82A0-56C34A40082B}"/>
          </ac:spMkLst>
        </pc:spChg>
        <pc:picChg chg="add del">
          <ac:chgData name="Pedro Sampaio" userId="64cdf783-d165-4680-a3f4-7b13f2ca0e05" providerId="ADAL" clId="{CFC9F115-A877-4678-BEC4-0B1C070A7B4E}" dt="2026-05-17T17:00:50.019" v="1007" actId="22"/>
          <ac:picMkLst>
            <pc:docMk/>
            <pc:sldMk cId="4187925756" sldId="260"/>
            <ac:picMk id="6" creationId="{28974B49-1926-C66C-87B3-49C602037C1C}"/>
          </ac:picMkLst>
        </pc:picChg>
        <pc:picChg chg="add mod">
          <ac:chgData name="Pedro Sampaio" userId="64cdf783-d165-4680-a3f4-7b13f2ca0e05" providerId="ADAL" clId="{CFC9F115-A877-4678-BEC4-0B1C070A7B4E}" dt="2026-05-17T17:03:40.108" v="1017" actId="1076"/>
          <ac:picMkLst>
            <pc:docMk/>
            <pc:sldMk cId="4187925756" sldId="260"/>
            <ac:picMk id="8" creationId="{C8EFF657-B25E-C9DA-DFE5-E34652B7DEF1}"/>
          </ac:picMkLst>
        </pc:picChg>
      </pc:sldChg>
      <pc:sldChg chg="addSp delSp modSp new mod">
        <pc:chgData name="Pedro Sampaio" userId="64cdf783-d165-4680-a3f4-7b13f2ca0e05" providerId="ADAL" clId="{CFC9F115-A877-4678-BEC4-0B1C070A7B4E}" dt="2026-05-17T17:06:33.825" v="1144" actId="1076"/>
        <pc:sldMkLst>
          <pc:docMk/>
          <pc:sldMk cId="3896629525" sldId="261"/>
        </pc:sldMkLst>
        <pc:spChg chg="mod">
          <ac:chgData name="Pedro Sampaio" userId="64cdf783-d165-4680-a3f4-7b13f2ca0e05" providerId="ADAL" clId="{CFC9F115-A877-4678-BEC4-0B1C070A7B4E}" dt="2026-05-17T15:17:04.572" v="794" actId="20577"/>
          <ac:spMkLst>
            <pc:docMk/>
            <pc:sldMk cId="3896629525" sldId="261"/>
            <ac:spMk id="2" creationId="{210B73C4-64D5-85E5-1251-A482A05A3BB1}"/>
          </ac:spMkLst>
        </pc:spChg>
        <pc:spChg chg="mod">
          <ac:chgData name="Pedro Sampaio" userId="64cdf783-d165-4680-a3f4-7b13f2ca0e05" providerId="ADAL" clId="{CFC9F115-A877-4678-BEC4-0B1C070A7B4E}" dt="2026-05-17T17:05:30.206" v="1123" actId="20577"/>
          <ac:spMkLst>
            <pc:docMk/>
            <pc:sldMk cId="3896629525" sldId="261"/>
            <ac:spMk id="3" creationId="{93C43556-2808-98CD-6F4F-C189DFE291C9}"/>
          </ac:spMkLst>
        </pc:spChg>
        <pc:spChg chg="add mod">
          <ac:chgData name="Pedro Sampaio" userId="64cdf783-d165-4680-a3f4-7b13f2ca0e05" providerId="ADAL" clId="{CFC9F115-A877-4678-BEC4-0B1C070A7B4E}" dt="2026-05-17T17:05:40.600" v="1124" actId="1076"/>
          <ac:spMkLst>
            <pc:docMk/>
            <pc:sldMk cId="3896629525" sldId="261"/>
            <ac:spMk id="4" creationId="{A06B3D47-5E37-B5A2-4842-DED2CBED2A79}"/>
          </ac:spMkLst>
        </pc:spChg>
        <pc:picChg chg="add del mod">
          <ac:chgData name="Pedro Sampaio" userId="64cdf783-d165-4680-a3f4-7b13f2ca0e05" providerId="ADAL" clId="{CFC9F115-A877-4678-BEC4-0B1C070A7B4E}" dt="2026-05-17T17:06:05.006" v="1136" actId="22"/>
          <ac:picMkLst>
            <pc:docMk/>
            <pc:sldMk cId="3896629525" sldId="261"/>
            <ac:picMk id="6" creationId="{13666FE8-4561-6018-2793-505BBE05CE8A}"/>
          </ac:picMkLst>
        </pc:picChg>
        <pc:picChg chg="add mod">
          <ac:chgData name="Pedro Sampaio" userId="64cdf783-d165-4680-a3f4-7b13f2ca0e05" providerId="ADAL" clId="{CFC9F115-A877-4678-BEC4-0B1C070A7B4E}" dt="2026-05-17T17:06:18.673" v="1140" actId="1076"/>
          <ac:picMkLst>
            <pc:docMk/>
            <pc:sldMk cId="3896629525" sldId="261"/>
            <ac:picMk id="8" creationId="{572C19A4-8CA3-DF1C-5159-6DCE610E6CBA}"/>
          </ac:picMkLst>
        </pc:picChg>
        <pc:picChg chg="add mod">
          <ac:chgData name="Pedro Sampaio" userId="64cdf783-d165-4680-a3f4-7b13f2ca0e05" providerId="ADAL" clId="{CFC9F115-A877-4678-BEC4-0B1C070A7B4E}" dt="2026-05-17T17:06:33.825" v="1144" actId="1076"/>
          <ac:picMkLst>
            <pc:docMk/>
            <pc:sldMk cId="3896629525" sldId="261"/>
            <ac:picMk id="10" creationId="{249A26DE-9FBB-DA40-50B8-3A8DFB836258}"/>
          </ac:picMkLst>
        </pc:picChg>
      </pc:sldChg>
      <pc:sldChg chg="del">
        <pc:chgData name="Pedro Sampaio" userId="64cdf783-d165-4680-a3f4-7b13f2ca0e05" providerId="ADAL" clId="{CFC9F115-A877-4678-BEC4-0B1C070A7B4E}" dt="2026-05-17T14:46:55.461" v="214" actId="2696"/>
        <pc:sldMkLst>
          <pc:docMk/>
          <pc:sldMk cId="465021443" sldId="262"/>
        </pc:sldMkLst>
      </pc:sldChg>
      <pc:sldChg chg="addSp modSp new mod">
        <pc:chgData name="Pedro Sampaio" userId="64cdf783-d165-4680-a3f4-7b13f2ca0e05" providerId="ADAL" clId="{CFC9F115-A877-4678-BEC4-0B1C070A7B4E}" dt="2026-05-17T17:10:01.583" v="1235" actId="1076"/>
        <pc:sldMkLst>
          <pc:docMk/>
          <pc:sldMk cId="2200231048" sldId="262"/>
        </pc:sldMkLst>
        <pc:spChg chg="mod">
          <ac:chgData name="Pedro Sampaio" userId="64cdf783-d165-4680-a3f4-7b13f2ca0e05" providerId="ADAL" clId="{CFC9F115-A877-4678-BEC4-0B1C070A7B4E}" dt="2026-05-17T15:17:17.680" v="816" actId="20577"/>
          <ac:spMkLst>
            <pc:docMk/>
            <pc:sldMk cId="2200231048" sldId="262"/>
            <ac:spMk id="2" creationId="{C96C2DAB-B144-9EF5-B421-DC5B3768249A}"/>
          </ac:spMkLst>
        </pc:spChg>
        <pc:spChg chg="mod">
          <ac:chgData name="Pedro Sampaio" userId="64cdf783-d165-4680-a3f4-7b13f2ca0e05" providerId="ADAL" clId="{CFC9F115-A877-4678-BEC4-0B1C070A7B4E}" dt="2026-05-17T17:07:30.250" v="1225" actId="14100"/>
          <ac:spMkLst>
            <pc:docMk/>
            <pc:sldMk cId="2200231048" sldId="262"/>
            <ac:spMk id="3" creationId="{9B2FE71D-B971-24DF-29D5-5C9549DED7AC}"/>
          </ac:spMkLst>
        </pc:spChg>
        <pc:picChg chg="add mod">
          <ac:chgData name="Pedro Sampaio" userId="64cdf783-d165-4680-a3f4-7b13f2ca0e05" providerId="ADAL" clId="{CFC9F115-A877-4678-BEC4-0B1C070A7B4E}" dt="2026-05-17T17:09:40.918" v="1229" actId="1076"/>
          <ac:picMkLst>
            <pc:docMk/>
            <pc:sldMk cId="2200231048" sldId="262"/>
            <ac:picMk id="5" creationId="{52029DD3-DA5C-3DBC-E278-13495DEA638F}"/>
          </ac:picMkLst>
        </pc:picChg>
        <pc:picChg chg="add mod">
          <ac:chgData name="Pedro Sampaio" userId="64cdf783-d165-4680-a3f4-7b13f2ca0e05" providerId="ADAL" clId="{CFC9F115-A877-4678-BEC4-0B1C070A7B4E}" dt="2026-05-17T17:09:51.657" v="1232" actId="1076"/>
          <ac:picMkLst>
            <pc:docMk/>
            <pc:sldMk cId="2200231048" sldId="262"/>
            <ac:picMk id="7" creationId="{AEB4DFD2-484B-3C97-7509-B9006E2E64BC}"/>
          </ac:picMkLst>
        </pc:picChg>
        <pc:picChg chg="add mod">
          <ac:chgData name="Pedro Sampaio" userId="64cdf783-d165-4680-a3f4-7b13f2ca0e05" providerId="ADAL" clId="{CFC9F115-A877-4678-BEC4-0B1C070A7B4E}" dt="2026-05-17T17:10:01.583" v="1235" actId="1076"/>
          <ac:picMkLst>
            <pc:docMk/>
            <pc:sldMk cId="2200231048" sldId="262"/>
            <ac:picMk id="9" creationId="{6F872021-2A04-C74A-0D1D-648D5E660FFC}"/>
          </ac:picMkLst>
        </pc:picChg>
      </pc:sldChg>
      <pc:sldChg chg="modSp new del mod">
        <pc:chgData name="Pedro Sampaio" userId="64cdf783-d165-4680-a3f4-7b13f2ca0e05" providerId="ADAL" clId="{CFC9F115-A877-4678-BEC4-0B1C070A7B4E}" dt="2026-05-17T17:10:32.155" v="1236" actId="47"/>
        <pc:sldMkLst>
          <pc:docMk/>
          <pc:sldMk cId="59848395" sldId="263"/>
        </pc:sldMkLst>
        <pc:spChg chg="mod">
          <ac:chgData name="Pedro Sampaio" userId="64cdf783-d165-4680-a3f4-7b13f2ca0e05" providerId="ADAL" clId="{CFC9F115-A877-4678-BEC4-0B1C070A7B4E}" dt="2026-05-17T15:17:46.659" v="839" actId="1076"/>
          <ac:spMkLst>
            <pc:docMk/>
            <pc:sldMk cId="59848395" sldId="263"/>
            <ac:spMk id="2" creationId="{067697A9-9162-F571-82FE-BA21F8011399}"/>
          </ac:spMkLst>
        </pc:spChg>
      </pc:sldChg>
      <pc:sldChg chg="modSp new del mod">
        <pc:chgData name="Pedro Sampaio" userId="64cdf783-d165-4680-a3f4-7b13f2ca0e05" providerId="ADAL" clId="{CFC9F115-A877-4678-BEC4-0B1C070A7B4E}" dt="2026-05-17T15:17:26.276" v="824" actId="47"/>
        <pc:sldMkLst>
          <pc:docMk/>
          <pc:sldMk cId="3005704223" sldId="263"/>
        </pc:sldMkLst>
        <pc:spChg chg="mod">
          <ac:chgData name="Pedro Sampaio" userId="64cdf783-d165-4680-a3f4-7b13f2ca0e05" providerId="ADAL" clId="{CFC9F115-A877-4678-BEC4-0B1C070A7B4E}" dt="2026-05-17T15:17:24.276" v="823" actId="20577"/>
          <ac:spMkLst>
            <pc:docMk/>
            <pc:sldMk cId="3005704223" sldId="263"/>
            <ac:spMk id="2" creationId="{037B933C-08EB-1E28-3171-1DB108DAB060}"/>
          </ac:spMkLst>
        </pc:spChg>
      </pc:sldChg>
      <pc:sldChg chg="addSp modSp new mod">
        <pc:chgData name="Pedro Sampaio" userId="64cdf783-d165-4680-a3f4-7b13f2ca0e05" providerId="ADAL" clId="{CFC9F115-A877-4678-BEC4-0B1C070A7B4E}" dt="2026-05-17T17:13:01.155" v="1290" actId="1076"/>
        <pc:sldMkLst>
          <pc:docMk/>
          <pc:sldMk cId="3898977036" sldId="263"/>
        </pc:sldMkLst>
        <pc:spChg chg="add mod">
          <ac:chgData name="Pedro Sampaio" userId="64cdf783-d165-4680-a3f4-7b13f2ca0e05" providerId="ADAL" clId="{CFC9F115-A877-4678-BEC4-0B1C070A7B4E}" dt="2026-05-17T17:11:04.040" v="1256" actId="1076"/>
          <ac:spMkLst>
            <pc:docMk/>
            <pc:sldMk cId="3898977036" sldId="263"/>
            <ac:spMk id="2" creationId="{66EBE6FB-2F06-4803-D56B-0BDFFE349158}"/>
          </ac:spMkLst>
        </pc:spChg>
        <pc:spChg chg="add mod">
          <ac:chgData name="Pedro Sampaio" userId="64cdf783-d165-4680-a3f4-7b13f2ca0e05" providerId="ADAL" clId="{CFC9F115-A877-4678-BEC4-0B1C070A7B4E}" dt="2026-05-17T17:12:54.519" v="1287" actId="1076"/>
          <ac:spMkLst>
            <pc:docMk/>
            <pc:sldMk cId="3898977036" sldId="263"/>
            <ac:spMk id="7" creationId="{5F488EA8-C37D-A645-B2DB-1797B00DC4E2}"/>
          </ac:spMkLst>
        </pc:spChg>
        <pc:spChg chg="add mod">
          <ac:chgData name="Pedro Sampaio" userId="64cdf783-d165-4680-a3f4-7b13f2ca0e05" providerId="ADAL" clId="{CFC9F115-A877-4678-BEC4-0B1C070A7B4E}" dt="2026-05-17T17:12:57.321" v="1288" actId="1076"/>
          <ac:spMkLst>
            <pc:docMk/>
            <pc:sldMk cId="3898977036" sldId="263"/>
            <ac:spMk id="8" creationId="{02EB69DB-970A-1F7F-C33B-3FA85FDD7FF0}"/>
          </ac:spMkLst>
        </pc:spChg>
        <pc:spChg chg="add mod">
          <ac:chgData name="Pedro Sampaio" userId="64cdf783-d165-4680-a3f4-7b13f2ca0e05" providerId="ADAL" clId="{CFC9F115-A877-4678-BEC4-0B1C070A7B4E}" dt="2026-05-17T17:13:01.155" v="1290" actId="1076"/>
          <ac:spMkLst>
            <pc:docMk/>
            <pc:sldMk cId="3898977036" sldId="263"/>
            <ac:spMk id="10" creationId="{AF3C8A0F-1391-9A9D-01AF-C0DE5A291B7E}"/>
          </ac:spMkLst>
        </pc:spChg>
        <pc:picChg chg="add mod">
          <ac:chgData name="Pedro Sampaio" userId="64cdf783-d165-4680-a3f4-7b13f2ca0e05" providerId="ADAL" clId="{CFC9F115-A877-4678-BEC4-0B1C070A7B4E}" dt="2026-05-17T17:11:15.207" v="1259" actId="1076"/>
          <ac:picMkLst>
            <pc:docMk/>
            <pc:sldMk cId="3898977036" sldId="263"/>
            <ac:picMk id="4" creationId="{A626F413-3F51-DD11-6BF6-D56E7C6960E6}"/>
          </ac:picMkLst>
        </pc:picChg>
        <pc:picChg chg="add mod">
          <ac:chgData name="Pedro Sampaio" userId="64cdf783-d165-4680-a3f4-7b13f2ca0e05" providerId="ADAL" clId="{CFC9F115-A877-4678-BEC4-0B1C070A7B4E}" dt="2026-05-17T17:12:52.521" v="1286" actId="1076"/>
          <ac:picMkLst>
            <pc:docMk/>
            <pc:sldMk cId="3898977036" sldId="263"/>
            <ac:picMk id="5" creationId="{6A992856-31BE-A366-D7E4-82DFDC3A3DC8}"/>
          </ac:picMkLst>
        </pc:picChg>
        <pc:picChg chg="add mod">
          <ac:chgData name="Pedro Sampaio" userId="64cdf783-d165-4680-a3f4-7b13f2ca0e05" providerId="ADAL" clId="{CFC9F115-A877-4678-BEC4-0B1C070A7B4E}" dt="2026-05-17T17:11:33.115" v="1262"/>
          <ac:picMkLst>
            <pc:docMk/>
            <pc:sldMk cId="3898977036" sldId="263"/>
            <ac:picMk id="6" creationId="{DD80B9F7-3F97-3CA0-C936-292B053E89E7}"/>
          </ac:picMkLst>
        </pc:picChg>
        <pc:picChg chg="add mod">
          <ac:chgData name="Pedro Sampaio" userId="64cdf783-d165-4680-a3f4-7b13f2ca0e05" providerId="ADAL" clId="{CFC9F115-A877-4678-BEC4-0B1C070A7B4E}" dt="2026-05-17T17:12:58.505" v="1289" actId="1076"/>
          <ac:picMkLst>
            <pc:docMk/>
            <pc:sldMk cId="3898977036" sldId="263"/>
            <ac:picMk id="9" creationId="{4543C02D-80C0-5E1A-4B3D-7CCDD3F0A46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49BFAE5-4687-41C7-A3AE-94E21CD6DE81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4" name="Marcador de Posição de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CC7840-9A27-4020-88E3-DF2271D9844C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 dirty="0"/>
              <a:t>Clique para editar os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73998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PT" smtClean="0"/>
              <a:t>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5150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256" name="linha" descr="Gráfico de linh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orma liv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58" name="Forma liv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59" name="Forma liv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0" name="Forma liv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1" name="Forma liv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2" name="Forma liv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3" name="Forma liv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4" name="Forma liv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5" name="Forma liv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6" name="Forma liv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7" name="Forma liv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8" name="Forma liv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9" name="Forma liv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0" name="Forma liv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1" name="Forma liv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2" name="Forma liv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3" name="Forma liv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4" name="Forma liv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5" name="Forma liv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6" name="Forma liv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7" name="Forma liv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8" name="Forma liv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9" name="Forma liv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0" name="Forma liv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1" name="Forma liv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2" name="Forma liv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3" name="Forma liv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4" name="Forma liv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5" name="Forma liv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6" name="Forma liv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7" name="Forma liv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8" name="Forma liv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9" name="Forma liv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0" name="Forma liv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1" name="Forma liv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2" name="Forma liv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3" name="Forma liv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4" name="Forma liv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5" name="Forma liv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6" name="Forma liv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7" name="Forma liv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8" name="Forma liv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9" name="Forma liv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0" name="Forma liv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1" name="Forma liv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2" name="Forma liv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3" name="Forma liv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4" name="Forma liv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5" name="Forma liv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6" name="Forma liv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7" name="Forma liv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8" name="Forma liv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9" name="Forma liv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0" name="Forma liv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1" name="Forma liv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2" name="Forma liv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3" name="Forma liv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4" name="Forma liv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5" name="Forma liv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6" name="Forma liv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7" name="Forma liv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8" name="Forma liv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9" name="Forma liv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0" name="Forma liv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1" name="Forma liv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2" name="Forma liv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3" name="Forma liv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4" name="Forma liv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5" name="Forma liv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6" name="Forma liv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7" name="Forma liv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8" name="Forma liv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9" name="Forma liv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0" name="Forma liv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1" name="Forma liv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2" name="Forma liv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3" name="Forma liv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4" name="Forma liv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5" name="Forma liv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6" name="Forma liv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7" name="Forma liv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8" name="Forma liv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9" name="Forma liv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0" name="Forma liv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1" name="Forma liv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2" name="Forma liv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3" name="Forma liv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4" name="Forma liv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5" name="Forma liv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6" name="Forma liv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7" name="Forma liv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8" name="Forma liv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9" name="Forma liv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0" name="Forma liv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1" name="Forma liv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2" name="Forma liv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3" name="Forma liv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4" name="Forma liv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5" name="Forma liv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6" name="Forma liv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7" name="Forma liv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8" name="Forma liv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9" name="Forma liv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0" name="Forma liv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1" name="Forma liv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2" name="Forma liv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3" name="Forma liv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4" name="Forma liv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5" name="Forma liv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6" name="Forma liv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7" name="Forma liv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8" name="Forma liv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9" name="Forma liv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0" name="Forma liv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1" name="Forma liv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2" name="Forma liv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3" name="Forma liv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4" name="Forma liv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5" name="Forma liv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6" name="Forma liv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7" name="Forma liv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8" name="Forma liv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9" name="Forma liv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</p:grp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167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9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0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1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2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3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4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5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6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7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8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9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0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1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2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3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4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5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6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7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8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9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0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1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2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3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4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5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6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7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8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9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0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1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2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3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4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5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6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7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8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9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0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1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2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3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4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5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6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7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8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9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0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1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2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3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4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5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6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7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8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9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0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1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2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3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4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5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6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7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8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9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40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41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</p:grp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PT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BD9A5E-5B6D-44E5-BD3E-BA277A05C363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>
              <a:defRPr sz="4400" b="0" cap="none" baseline="0"/>
            </a:lvl1pPr>
          </a:lstStyle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255" name="linha" descr="Gráfico de linh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orma liv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57" name="Forma liv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58" name="Forma liv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59" name="Forma liv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0" name="Forma liv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1" name="Forma liv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2" name="Forma liv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3" name="Forma liv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4" name="Forma liv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5" name="Forma liv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6" name="Forma liv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7" name="Forma liv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8" name="Forma liv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69" name="Forma liv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0" name="Forma liv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1" name="Forma liv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2" name="Forma liv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3" name="Forma liv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4" name="Forma liv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5" name="Forma liv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6" name="Forma liv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7" name="Forma liv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8" name="Forma liv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79" name="Forma liv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0" name="Forma liv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1" name="Forma liv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2" name="Forma liv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3" name="Forma liv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4" name="Forma liv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5" name="Forma liv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6" name="Forma liv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7" name="Forma liv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8" name="Forma liv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89" name="Forma liv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0" name="Forma liv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1" name="Forma liv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2" name="Forma liv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3" name="Forma liv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4" name="Forma liv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5" name="Forma liv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6" name="Forma liv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7" name="Forma liv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8" name="Forma liv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99" name="Forma liv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0" name="Forma liv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1" name="Forma liv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2" name="Forma liv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3" name="Forma liv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4" name="Forma liv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5" name="Forma liv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6" name="Forma liv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7" name="Forma liv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8" name="Forma liv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09" name="Forma liv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0" name="Forma liv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1" name="Forma liv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2" name="Forma liv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3" name="Forma liv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4" name="Forma liv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5" name="Forma liv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6" name="Forma liv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7" name="Forma liv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8" name="Forma liv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19" name="Forma liv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0" name="Forma liv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1" name="Forma liv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2" name="Forma liv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3" name="Forma liv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4" name="Forma liv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5" name="Forma liv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6" name="Forma liv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7" name="Forma liv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8" name="Forma liv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29" name="Forma liv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0" name="Forma liv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1" name="Forma liv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2" name="Forma liv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3" name="Forma liv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4" name="Forma liv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5" name="Forma liv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6" name="Forma liv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7" name="Forma liv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8" name="Forma liv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39" name="Forma liv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0" name="Forma liv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1" name="Forma liv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2" name="Forma liv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3" name="Forma liv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4" name="Forma liv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5" name="Forma liv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6" name="Forma liv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7" name="Forma liv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8" name="Forma liv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49" name="Forma liv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0" name="Forma liv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1" name="Forma liv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2" name="Forma liv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3" name="Forma liv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4" name="Forma liv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5" name="Forma liv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6" name="Forma liv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7" name="Forma liv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8" name="Forma liv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59" name="Forma liv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0" name="Forma liv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1" name="Forma liv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2" name="Forma liv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3" name="Forma liv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4" name="Forma liv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5" name="Forma liv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6" name="Forma liv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7" name="Forma liv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8" name="Forma liv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69" name="Forma liv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0" name="Forma liv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1" name="Forma liv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2" name="Forma liv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3" name="Forma liv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4" name="Forma liv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5" name="Forma liv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6" name="Forma liv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7" name="Forma liv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378" name="Forma liv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</p:grpSp>
      <p:sp>
        <p:nvSpPr>
          <p:cNvPr id="3" name="Marcador de Posição de Texto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E1F93C-31EC-4C9F-A718-84DDD56349EA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158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0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1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2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3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4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5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6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7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8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9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0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1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2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3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4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5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6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7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8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9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0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1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2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3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4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5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6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7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8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9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0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1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2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3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4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5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6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7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8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9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0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1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2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3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4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5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6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7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8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9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0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1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2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3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4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5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6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7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8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9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0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1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2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3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4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5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6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7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8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9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0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1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2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</p:grp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PT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PT" dirty="0"/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0E582C-8934-4D1B-B1BA-8DF4636F918D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160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v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2" name="Forma liv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3" name="Forma liv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4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5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6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7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8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9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0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1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2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3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4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5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6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7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8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9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0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1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2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3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4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5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6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7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8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9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0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1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2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3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4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5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6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7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8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9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0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1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2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3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4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5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6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7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8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9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0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1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2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3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4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5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6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7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8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9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0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1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2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3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4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5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6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7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8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9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0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1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2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3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4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</p:grpSp>
      <p:sp>
        <p:nvSpPr>
          <p:cNvPr id="3" name="Marcador de Posição de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PT" dirty="0"/>
          </a:p>
        </p:txBody>
      </p:sp>
      <p:sp>
        <p:nvSpPr>
          <p:cNvPr id="5" name="Marcador de Posição de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Marcador de Posição de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7" name="Marcador de Posição de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3317AF-9027-4891-BB3B-D38BF38B7A34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9" name="Marcador de Posição de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  <p:sp>
        <p:nvSpPr>
          <p:cNvPr id="85" name="Marcador de Posição de Conteúdo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156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58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59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0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1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2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3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4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5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6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7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8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9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0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1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2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3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4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5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6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7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8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9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0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1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2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3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4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5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6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7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8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9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0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1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2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3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4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5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6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7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8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9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0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1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2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3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4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5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6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7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8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9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0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1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2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3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4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5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6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7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8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9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0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1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2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3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4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5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6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7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8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9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0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</p:grpSp>
      <p:sp>
        <p:nvSpPr>
          <p:cNvPr id="4" name="Marcador de Posição de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6F63A5-DDF0-4B04-82AF-3240462BC9FF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2" name="Marcador de Posição de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0EE36D-A1AA-4B05-95B7-9C268769DE09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4" name="Marcador de Posição de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sp>
        <p:nvSpPr>
          <p:cNvPr id="4" name="Marcador de Posição de Texto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PT" dirty="0"/>
          </a:p>
        </p:txBody>
      </p:sp>
      <p:grpSp>
        <p:nvGrpSpPr>
          <p:cNvPr id="615" name="moldura" descr="Gráfico de Caixa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u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vre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u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vre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u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vre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u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E1E804-FDEB-4910-9695-1C9206C3EA15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sp>
        <p:nvSpPr>
          <p:cNvPr id="3" name="Marcador de Posição de Imagem 2" descr="Um marcador de posição vazio para adicionar uma imagem. Clique no marcador de posição e selecione a imagem que pretende adicionar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pt-PT" dirty="0"/>
          </a:p>
        </p:txBody>
      </p:sp>
      <p:grpSp>
        <p:nvGrpSpPr>
          <p:cNvPr id="614" name="moldura" descr="Gráfico de Caixa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u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orma livre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u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orma livre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u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orma livre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u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orma livre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vre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vre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vre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vre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vre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vre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vre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vre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vre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vre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vre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vre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vre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vre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vre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vre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vre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vre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vre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vre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vre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vre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vre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vre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vre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vre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vre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vre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vre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vre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vre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vre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vre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vre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vre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vre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vre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vre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vre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vre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vre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vre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vre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vre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vre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vre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vre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vre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vre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vre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vre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vre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vre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vre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vre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vre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vre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vre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vre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vre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vre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vre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vre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vre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vre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vre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vre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vre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vre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vre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Marcador de Posição de Texto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6E725A-EEB9-4B84-9C8D-69BB496E03BB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7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orma livre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9" name="Forma livre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0" name="Forma livre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1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2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3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4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5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4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5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6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7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8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9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0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1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2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3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4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5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6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7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8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9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0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1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2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3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4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5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6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7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8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9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0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1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2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3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4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5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6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7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8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9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0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1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2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3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4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5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6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7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8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9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0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1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2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3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4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5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6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7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8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9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80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81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</p:grp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pt-PT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E7CFD1-6E6A-4D9D-8B38-6B05F0AF43B5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pt-PT" dirty="0"/>
          </a:p>
        </p:txBody>
      </p:sp>
      <p:grpSp>
        <p:nvGrpSpPr>
          <p:cNvPr id="7" name="linha" descr="Gráfico de linhas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9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0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1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2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3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4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5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6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7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8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19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0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1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2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3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4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5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6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7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8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29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0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1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2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3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4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5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6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7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8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39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0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1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2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3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4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5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6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7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8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49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0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1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2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3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4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5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6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7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8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59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0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1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2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3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4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5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6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7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8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69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0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1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2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3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4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5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6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7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8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79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80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  <p:sp>
          <p:nvSpPr>
            <p:cNvPr id="81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>
                <a:ln>
                  <a:noFill/>
                </a:ln>
              </a:endParaRPr>
            </a:p>
          </p:txBody>
        </p:sp>
      </p:grp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pt-PT" dirty="0"/>
              <a:t>Clique para editar os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66093D-D8CB-4E51-B9F1-E6C540988E66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PT" dirty="0"/>
              <a:t>Clique para editar o estilo de título do Modelo Global</a:t>
            </a:r>
          </a:p>
        </p:txBody>
      </p:sp>
      <p:sp>
        <p:nvSpPr>
          <p:cNvPr id="3" name="Marcador de Posição de Texto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dirty="0"/>
              <a:t>Clique para editar os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PT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D952100-EB08-42A1-B709-07E26AA1D63E}" type="datetime1">
              <a:rPr lang="pt-PT" smtClean="0"/>
              <a:t>17/05/2026</a:t>
            </a:fld>
            <a:endParaRPr lang="pt-PT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pt-PT" smtClean="0"/>
              <a:pPr rtl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42605" y="1988840"/>
            <a:ext cx="9144000" cy="2667000"/>
          </a:xfrm>
        </p:spPr>
        <p:txBody>
          <a:bodyPr rtlCol="0"/>
          <a:lstStyle/>
          <a:p>
            <a:r>
              <a:rPr lang="pt-PT" dirty="0"/>
              <a:t>Sistema SIG para Localização de Pavilhões de Hóquei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412" y="4869160"/>
            <a:ext cx="9143999" cy="1066800"/>
          </a:xfrm>
        </p:spPr>
        <p:txBody>
          <a:bodyPr rtlCol="0"/>
          <a:lstStyle/>
          <a:p>
            <a:r>
              <a:rPr lang="pt-PT" dirty="0"/>
              <a:t>Projeto de Sistemas de Informação Geográfica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449FD-4940-D53A-12FE-C3C6B1F0DA8B}"/>
              </a:ext>
            </a:extLst>
          </p:cNvPr>
          <p:cNvSpPr txBox="1"/>
          <p:nvPr/>
        </p:nvSpPr>
        <p:spPr>
          <a:xfrm>
            <a:off x="8906173" y="6149280"/>
            <a:ext cx="328610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2400" dirty="0"/>
              <a:t>Pedro Sampaio - 119213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/>
              <a:t>Índice</a:t>
            </a:r>
          </a:p>
        </p:txBody>
      </p:sp>
      <p:sp>
        <p:nvSpPr>
          <p:cNvPr id="14" name="Marcador de Posição de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pt-PT" dirty="0"/>
              <a:t>Introdução</a:t>
            </a:r>
          </a:p>
          <a:p>
            <a:pPr rtl="0"/>
            <a:r>
              <a:rPr lang="pt-PT" dirty="0"/>
              <a:t>O Problema</a:t>
            </a:r>
          </a:p>
          <a:p>
            <a:pPr rtl="0"/>
            <a:r>
              <a:rPr lang="pt-PT" dirty="0"/>
              <a:t>Objetivo</a:t>
            </a:r>
          </a:p>
          <a:p>
            <a:pPr rtl="0"/>
            <a:r>
              <a:rPr lang="pt-PT" dirty="0"/>
              <a:t>Estrutura da Base de Dados</a:t>
            </a:r>
          </a:p>
          <a:p>
            <a:pPr rtl="0"/>
            <a:r>
              <a:rPr lang="pt-PT" dirty="0"/>
              <a:t>Implementação no Qgis</a:t>
            </a:r>
          </a:p>
          <a:p>
            <a:pPr rtl="0"/>
            <a:r>
              <a:rPr lang="pt-PT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FB62B-DC42-AF42-2F7D-76A2DB0D2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1" y="884238"/>
            <a:ext cx="9143998" cy="1020762"/>
          </a:xfrm>
        </p:spPr>
        <p:txBody>
          <a:bodyPr/>
          <a:lstStyle/>
          <a:p>
            <a:r>
              <a:rPr lang="pt-PT" dirty="0"/>
              <a:t>Introdução</a:t>
            </a:r>
            <a:br>
              <a:rPr lang="pt-PT" dirty="0"/>
            </a:br>
            <a:endParaRPr lang="pt-PT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1538FC-063E-6BBA-FDA0-53813EBBF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0" y="2163762"/>
            <a:ext cx="5715000" cy="3810000"/>
          </a:xfrm>
          <a:prstGeom prst="rect">
            <a:avLst/>
          </a:prstGeom>
        </p:spPr>
      </p:pic>
      <p:pic>
        <p:nvPicPr>
          <p:cNvPr id="19" name="Picture 18" descr="Arquivo de Hóquei em Patins - Página 2 de 249 - FPP">
            <a:extLst>
              <a:ext uri="{FF2B5EF4-FFF2-40B4-BE49-F238E27FC236}">
                <a16:creationId xmlns:a16="http://schemas.microsoft.com/office/drawing/2014/main" id="{D5E868CD-0F73-5855-FFA2-0791720AA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446" y="1905000"/>
            <a:ext cx="3428571" cy="2285714"/>
          </a:xfrm>
          <a:prstGeom prst="rect">
            <a:avLst/>
          </a:prstGeom>
        </p:spPr>
      </p:pic>
      <p:pic>
        <p:nvPicPr>
          <p:cNvPr id="20" name="Picture 19" descr="Grupo Utilizadores QGIS Portugal – Site do Grupo Utilizadores QGIS Portugal">
            <a:extLst>
              <a:ext uri="{FF2B5EF4-FFF2-40B4-BE49-F238E27FC236}">
                <a16:creationId xmlns:a16="http://schemas.microsoft.com/office/drawing/2014/main" id="{BEE2231B-27DF-9C3F-20EA-44BBEB27A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918" y="4631876"/>
            <a:ext cx="30956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0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24EA-1C49-894E-0AD6-18610B96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76672"/>
            <a:ext cx="9143998" cy="1020762"/>
          </a:xfrm>
        </p:spPr>
        <p:txBody>
          <a:bodyPr anchor="b">
            <a:normAutofit/>
          </a:bodyPr>
          <a:lstStyle/>
          <a:p>
            <a:r>
              <a:rPr lang="pt-PT" dirty="0"/>
              <a:t>O Problema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C2CC18-A7B6-7A06-12EE-56FCD270E290}"/>
              </a:ext>
            </a:extLst>
          </p:cNvPr>
          <p:cNvSpPr txBox="1"/>
          <p:nvPr/>
        </p:nvSpPr>
        <p:spPr>
          <a:xfrm>
            <a:off x="1629916" y="1772816"/>
            <a:ext cx="684076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PT" sz="2400" dirty="0"/>
              <a:t>Pavilhões com nomes diferentes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PT" sz="2400" dirty="0"/>
              <a:t>Dificuldade a encontrar o local certo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t-PT" sz="2400" dirty="0"/>
          </a:p>
        </p:txBody>
      </p:sp>
      <p:pic>
        <p:nvPicPr>
          <p:cNvPr id="9" name="Picture 8" descr="FC Porto - YouTube">
            <a:extLst>
              <a:ext uri="{FF2B5EF4-FFF2-40B4-BE49-F238E27FC236}">
                <a16:creationId xmlns:a16="http://schemas.microsoft.com/office/drawing/2014/main" id="{E3EEB401-497F-9770-5C0F-6C519E4E4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496" y="3194744"/>
            <a:ext cx="2406772" cy="24067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8743BC-2AC5-DAFC-72A6-457CF516FC28}"/>
              </a:ext>
            </a:extLst>
          </p:cNvPr>
          <p:cNvSpPr txBox="1"/>
          <p:nvPr/>
        </p:nvSpPr>
        <p:spPr>
          <a:xfrm>
            <a:off x="5749908" y="3562883"/>
            <a:ext cx="129614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9000" dirty="0"/>
              <a:t>≠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782E31-263C-CF99-D04A-C3365FEFA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617" y="3252597"/>
            <a:ext cx="3436598" cy="22910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37AAAF4-3642-E404-E24F-C536CE67ED3F}"/>
              </a:ext>
            </a:extLst>
          </p:cNvPr>
          <p:cNvSpPr txBox="1"/>
          <p:nvPr/>
        </p:nvSpPr>
        <p:spPr>
          <a:xfrm>
            <a:off x="3311573" y="5750909"/>
            <a:ext cx="117461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2400" dirty="0"/>
              <a:t>FcPorto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5BAFA0-75CD-29D8-7C55-3C1D799E8A1A}"/>
              </a:ext>
            </a:extLst>
          </p:cNvPr>
          <p:cNvSpPr txBox="1"/>
          <p:nvPr/>
        </p:nvSpPr>
        <p:spPr>
          <a:xfrm>
            <a:off x="7865696" y="5750909"/>
            <a:ext cx="193444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2400" dirty="0"/>
              <a:t>Dragão Arena</a:t>
            </a:r>
          </a:p>
        </p:txBody>
      </p:sp>
    </p:spTree>
    <p:extLst>
      <p:ext uri="{BB962C8B-B14F-4D97-AF65-F5344CB8AC3E}">
        <p14:creationId xmlns:p14="http://schemas.microsoft.com/office/powerpoint/2010/main" val="341671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DA6B-D465-3691-1625-78EAD08E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 dirty="0"/>
              <a:t>Solução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4F6A1-5113-F624-82A0-56C34A40082B}"/>
              </a:ext>
            </a:extLst>
          </p:cNvPr>
          <p:cNvSpPr txBox="1"/>
          <p:nvPr/>
        </p:nvSpPr>
        <p:spPr>
          <a:xfrm>
            <a:off x="1522413" y="1905000"/>
            <a:ext cx="4419599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indent="-274320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</a:pPr>
            <a:r>
              <a:rPr lang="en-US" sz="2400" dirty="0"/>
              <a:t>Base de dados </a:t>
            </a:r>
            <a:r>
              <a:rPr lang="en-US" sz="2400" dirty="0" err="1"/>
              <a:t>espacial</a:t>
            </a:r>
            <a:endParaRPr lang="en-US" sz="2400" dirty="0"/>
          </a:p>
          <a:p>
            <a:pPr marL="274320" indent="-274320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</a:pPr>
            <a:endParaRPr lang="en-US" sz="2400" dirty="0"/>
          </a:p>
          <a:p>
            <a:pPr marL="274320" indent="-274320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</a:pPr>
            <a:r>
              <a:rPr lang="en-US" sz="2400" dirty="0" err="1"/>
              <a:t>Relação</a:t>
            </a:r>
            <a:r>
              <a:rPr lang="en-US" sz="2400" dirty="0"/>
              <a:t> </a:t>
            </a:r>
            <a:r>
              <a:rPr lang="en-US" sz="2400" dirty="0" err="1"/>
              <a:t>equipa</a:t>
            </a:r>
            <a:r>
              <a:rPr lang="en-US" sz="2400" dirty="0"/>
              <a:t> – </a:t>
            </a:r>
            <a:r>
              <a:rPr lang="en-US" sz="2400" dirty="0" err="1"/>
              <a:t>pavilhão</a:t>
            </a:r>
            <a:endParaRPr lang="en-US" sz="2400" dirty="0"/>
          </a:p>
          <a:p>
            <a:pPr marL="274320" indent="-274320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</a:pPr>
            <a:endParaRPr lang="en-US" sz="2400" dirty="0"/>
          </a:p>
          <a:p>
            <a:pPr marL="274320" indent="-274320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</a:pPr>
            <a:r>
              <a:rPr lang="en-US" sz="2400" dirty="0" err="1"/>
              <a:t>Representação</a:t>
            </a:r>
            <a:r>
              <a:rPr lang="en-US" sz="2400" dirty="0"/>
              <a:t> dos </a:t>
            </a:r>
            <a:r>
              <a:rPr lang="en-US" sz="2400" dirty="0" err="1"/>
              <a:t>pavilhoes</a:t>
            </a:r>
            <a:r>
              <a:rPr lang="en-US" sz="2400" dirty="0"/>
              <a:t> no </a:t>
            </a:r>
            <a:r>
              <a:rPr lang="en-US" sz="2400" dirty="0" err="1"/>
              <a:t>mapa</a:t>
            </a:r>
            <a:r>
              <a:rPr lang="en-US" sz="2400" dirty="0"/>
              <a:t> no </a:t>
            </a:r>
            <a:r>
              <a:rPr lang="en-US" sz="2400" dirty="0" err="1"/>
              <a:t>Qgis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EFF657-B25E-C9DA-DFE5-E34652B7D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196" y="2492896"/>
            <a:ext cx="5543866" cy="3049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8792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73C4-64D5-85E5-1251-A482A05A3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Estrutura da Base de Dados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3556-2808-98CD-6F4F-C189DFE29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2843806" cy="3684240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Pavilhões</a:t>
            </a:r>
          </a:p>
          <a:p>
            <a:r>
              <a:rPr lang="pt-PT" dirty="0"/>
              <a:t>Id</a:t>
            </a:r>
          </a:p>
          <a:p>
            <a:r>
              <a:rPr lang="pt-PT" dirty="0"/>
              <a:t>Nome</a:t>
            </a:r>
          </a:p>
          <a:p>
            <a:r>
              <a:rPr lang="pt-PT" dirty="0"/>
              <a:t>Morada</a:t>
            </a:r>
          </a:p>
          <a:p>
            <a:r>
              <a:rPr lang="pt-PT" dirty="0"/>
              <a:t>Concelho</a:t>
            </a:r>
          </a:p>
          <a:p>
            <a:r>
              <a:rPr lang="pt-PT" dirty="0"/>
              <a:t>Geom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6B3D47-5E37-B5A2-4842-DED2CBED2A79}"/>
              </a:ext>
            </a:extLst>
          </p:cNvPr>
          <p:cNvSpPr txBox="1">
            <a:spLocks/>
          </p:cNvSpPr>
          <p:nvPr/>
        </p:nvSpPr>
        <p:spPr>
          <a:xfrm>
            <a:off x="3574132" y="1905000"/>
            <a:ext cx="2843806" cy="3684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pt-PT" b="1" dirty="0"/>
              <a:t>Equipas</a:t>
            </a:r>
          </a:p>
          <a:p>
            <a:r>
              <a:rPr lang="pt-PT" dirty="0"/>
              <a:t>Id</a:t>
            </a:r>
          </a:p>
          <a:p>
            <a:r>
              <a:rPr lang="pt-PT" dirty="0"/>
              <a:t>Nome</a:t>
            </a:r>
          </a:p>
          <a:p>
            <a:r>
              <a:rPr lang="pt-PT" dirty="0"/>
              <a:t>Escalão	</a:t>
            </a:r>
          </a:p>
          <a:p>
            <a:r>
              <a:rPr lang="pt-PT" dirty="0"/>
              <a:t>Associação</a:t>
            </a:r>
          </a:p>
          <a:p>
            <a:r>
              <a:rPr lang="pt-PT" dirty="0"/>
              <a:t>Pavilhão_id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2C19A4-8CA3-DF1C-5159-6DCE610E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72" y="1877938"/>
            <a:ext cx="5984323" cy="2064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9A26DE-9FBB-DA40-50B8-3A8DFB83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72" y="4149080"/>
            <a:ext cx="5235555" cy="224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2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2DAB-B144-9EF5-B421-DC5B3768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Implementação no QGis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FE71D-B971-24DF-29D5-5C9549DED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3635894" cy="4267200"/>
          </a:xfrm>
        </p:spPr>
        <p:txBody>
          <a:bodyPr/>
          <a:lstStyle/>
          <a:p>
            <a:r>
              <a:rPr lang="pt-PT" dirty="0"/>
              <a:t>Ligação ao Postgres</a:t>
            </a:r>
          </a:p>
          <a:p>
            <a:endParaRPr lang="pt-PT" dirty="0"/>
          </a:p>
          <a:p>
            <a:r>
              <a:rPr lang="pt-PT" dirty="0"/>
              <a:t>Camada dos pavilhões</a:t>
            </a:r>
          </a:p>
          <a:p>
            <a:endParaRPr lang="pt-PT" dirty="0"/>
          </a:p>
          <a:p>
            <a:r>
              <a:rPr lang="pt-PT" dirty="0"/>
              <a:t>Labels e Pontos no mapa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29DD3-DA5C-3DBC-E278-13495DEA6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492" y="274638"/>
            <a:ext cx="3334215" cy="2524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4DFD2-484B-3C97-7509-B9006E2E6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28" y="2996952"/>
            <a:ext cx="2781688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872021-2A04-C74A-0D1D-648D5E660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994" y="3933056"/>
            <a:ext cx="4218201" cy="243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3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EBE6FB-2F06-4803-D56B-0BDFFE349158}"/>
              </a:ext>
            </a:extLst>
          </p:cNvPr>
          <p:cNvSpPr txBox="1"/>
          <p:nvPr/>
        </p:nvSpPr>
        <p:spPr>
          <a:xfrm>
            <a:off x="3934172" y="1196752"/>
            <a:ext cx="468052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7000" dirty="0"/>
              <a:t>Conclusão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6F413-3F51-DD11-6BF6-D56E7C69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00" y="2810282"/>
            <a:ext cx="4938281" cy="2850966"/>
          </a:xfrm>
          <a:prstGeom prst="rect">
            <a:avLst/>
          </a:prstGeom>
        </p:spPr>
      </p:pic>
      <p:pic>
        <p:nvPicPr>
          <p:cNvPr id="5" name="Picture 4" descr="FC Porto - YouTube">
            <a:extLst>
              <a:ext uri="{FF2B5EF4-FFF2-40B4-BE49-F238E27FC236}">
                <a16:creationId xmlns:a16="http://schemas.microsoft.com/office/drawing/2014/main" id="{6A992856-31BE-A366-D7E4-82DFDC3A3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71" y="3165008"/>
            <a:ext cx="2138140" cy="2138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488EA8-C37D-A645-B2DB-1797B00DC4E2}"/>
              </a:ext>
            </a:extLst>
          </p:cNvPr>
          <p:cNvSpPr txBox="1"/>
          <p:nvPr/>
        </p:nvSpPr>
        <p:spPr>
          <a:xfrm>
            <a:off x="855732" y="5650929"/>
            <a:ext cx="117461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2400" dirty="0"/>
              <a:t>FcPorto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EB69DB-970A-1F7F-C33B-3FA85FDD7FF0}"/>
              </a:ext>
            </a:extLst>
          </p:cNvPr>
          <p:cNvSpPr txBox="1"/>
          <p:nvPr/>
        </p:nvSpPr>
        <p:spPr>
          <a:xfrm>
            <a:off x="2512111" y="3564664"/>
            <a:ext cx="129614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9000" dirty="0"/>
              <a:t>-&gt;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43C02D-80C0-5E1A-4B3D-7CCDD3F0A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255" y="3301010"/>
            <a:ext cx="2799203" cy="1866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3C8A0F-1391-9A9D-01AF-C0DE5A291B7E}"/>
              </a:ext>
            </a:extLst>
          </p:cNvPr>
          <p:cNvSpPr txBox="1"/>
          <p:nvPr/>
        </p:nvSpPr>
        <p:spPr>
          <a:xfrm>
            <a:off x="4159972" y="5650929"/>
            <a:ext cx="19344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PT" sz="2400" dirty="0"/>
              <a:t>Dragão Arena</a:t>
            </a:r>
          </a:p>
        </p:txBody>
      </p:sp>
    </p:spTree>
    <p:extLst>
      <p:ext uri="{BB962C8B-B14F-4D97-AF65-F5344CB8AC3E}">
        <p14:creationId xmlns:p14="http://schemas.microsoft.com/office/powerpoint/2010/main" val="389897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adro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86_TF02804846_TF02804846" id="{97C674B4-D063-4CBE-A9A9-76A43658C361}" vid="{55BCDE66-B895-4BA0-A193-69F67B99008D}"/>
    </a:ext>
  </a:extLst>
</a:theme>
</file>

<file path=ppt/theme/theme2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EDB4A8309D434CB0835D91008AE1E2" ma:contentTypeVersion="10" ma:contentTypeDescription="Create a new document." ma:contentTypeScope="" ma:versionID="8239290c939ad8cd055faf148fd4aa1b">
  <xsd:schema xmlns:xsd="http://www.w3.org/2001/XMLSchema" xmlns:xs="http://www.w3.org/2001/XMLSchema" xmlns:p="http://schemas.microsoft.com/office/2006/metadata/properties" xmlns:ns3="45a69c98-5cc3-43c1-a9cd-2add1052779e" targetNamespace="http://schemas.microsoft.com/office/2006/metadata/properties" ma:root="true" ma:fieldsID="a2f8c1abcbf6cdfdd9506916138ac0c4" ns3:_="">
    <xsd:import namespace="45a69c98-5cc3-43c1-a9cd-2add105277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69c98-5cc3-43c1-a9cd-2add105277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a69c98-5cc3-43c1-a9cd-2add1052779e" xsi:nil="true"/>
  </documentManagement>
</p:properties>
</file>

<file path=customXml/itemProps1.xml><?xml version="1.0" encoding="utf-8"?>
<ds:datastoreItem xmlns:ds="http://schemas.openxmlformats.org/officeDocument/2006/customXml" ds:itemID="{92910A22-7B0C-4BB0-827D-2ABBBD3295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25CB50-9A13-4A7F-8F14-2CDCE5FD8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a69c98-5cc3-43c1-a9cd-2add105277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EC7C11-4EB1-42D2-ACB2-8717425B8CC0}">
  <ds:schemaRefs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45a69c98-5cc3-43c1-a9cd-2add1052779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educacional em quadro (ecrã panorâmico)</Template>
  <TotalTime>55</TotalTime>
  <Words>107</Words>
  <Application>Microsoft Office PowerPoint</Application>
  <PresentationFormat>Custom</PresentationFormat>
  <Paragraphs>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Consolas</vt:lpstr>
      <vt:lpstr>Corbel</vt:lpstr>
      <vt:lpstr>Quadro 16x9</vt:lpstr>
      <vt:lpstr>Sistema SIG para Localização de Pavilhões de Hóquei</vt:lpstr>
      <vt:lpstr>Índice</vt:lpstr>
      <vt:lpstr>Introdução </vt:lpstr>
      <vt:lpstr>O Problema</vt:lpstr>
      <vt:lpstr>Solução</vt:lpstr>
      <vt:lpstr>Estrutura da Base de Dados</vt:lpstr>
      <vt:lpstr>Implementação no QGis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Sampaio</dc:creator>
  <cp:lastModifiedBy>Pedro Sampaio</cp:lastModifiedBy>
  <cp:revision>1</cp:revision>
  <dcterms:created xsi:type="dcterms:W3CDTF">2026-05-17T14:38:46Z</dcterms:created>
  <dcterms:modified xsi:type="dcterms:W3CDTF">2026-05-17T17:13:01Z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0x010100BAEDB4A8309D434CB0835D91008AE1E2</vt:lpwstr>
  </property>
</Properties>
</file>